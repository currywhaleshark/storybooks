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446520" cy="9125712"/>
  <p:notesSz cx="9125712" cy="6446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yurib\Documents\New project\storybooks\series\coral-town-daycare\images\episodes\토리야_한_걸음만\work_2026-06-06\batch_2\04_candidate_20260607_v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446520" cy="91257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yurib\Documents\New project\storybooks\series\coral-town-daycare\images\episodes\토리야_한_걸음만\work_2026-06-06\batch_2\05_candidate_20260607_v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446520" cy="91257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yurib\Documents\New project\storybooks\series\coral-town-daycare\images\episodes\토리야_한_걸음만\work_2026-06-06\batch_2\06_candidate_20260607_v1_textfix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446520" cy="91257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storybooks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토리야, 한 걸음만 - Batch 2 모바일 리뷰</dc:title>
  <dc:subject>토리야, 한 걸음만 Batch 2 mobile review</dc:subject>
  <dc:creator>Codex</dc:creator>
  <cp:lastModifiedBy>Codex</cp:lastModifiedBy>
  <cp:revision>1</cp:revision>
  <dcterms:created xsi:type="dcterms:W3CDTF">2026-06-07T04:25:40Z</dcterms:created>
  <dcterms:modified xsi:type="dcterms:W3CDTF">2026-06-07T04:25:40Z</dcterms:modified>
</cp:coreProperties>
</file>