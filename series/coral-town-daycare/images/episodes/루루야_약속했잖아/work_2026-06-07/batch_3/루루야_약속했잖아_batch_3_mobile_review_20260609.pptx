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701784"/>
  <p:notesSz cx="9701784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E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Projects\산호마을어린이집\series\coral-town-daycare\images\episodes\루루야_약속했잖아\work_2026-06-07\batch_3\07_candidate_text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701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E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Projects\산호마을어린이집\series\coral-town-daycare\images\episodes\루루야_약속했잖아\work_2026-06-07\batch_3\08_candidate_text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701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E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Projects\산호마을어린이집\series\coral-town-daycare\images\episodes\루루야_약속했잖아\work_2026-06-07\batch_3\09_candidate_text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701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산호마을 어린이집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루루야, 약속했잖아 - 배치3 후보 모바일 확인용 2026-06-09</dc:title>
  <dc:subject>루루야 약속했잖아 배치3 모바일 확인용</dc:subject>
  <dc:creator>Codex</dc:creator>
  <cp:lastModifiedBy>Codex</cp:lastModifiedBy>
  <cp:revision>1</cp:revision>
  <dcterms:created xsi:type="dcterms:W3CDTF">2026-06-09T01:04:30Z</dcterms:created>
  <dcterms:modified xsi:type="dcterms:W3CDTF">2026-06-09T01:04:30Z</dcterms:modified>
</cp:coreProperties>
</file>